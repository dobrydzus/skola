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476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9AE17D-DBAE-4077-8311-DF54C62F8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1A8C84F-CF4D-4F1E-96E0-747944763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1743196-B4E1-4097-A393-53C8D815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28BED6-6451-4FC7-9AA5-72821DA4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1413AE7-AA09-483D-9585-706369F0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17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65752C-1566-497D-9394-F7230F4E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EB50C74-AC11-43CE-8C94-AD325A78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393486-9733-4184-AD27-7A08EBF7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535F267-1DDF-4827-8DDB-E148AEA0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EDEF80E-14A8-4F91-A16E-C2F22866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78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26AE69-9A83-4C30-999C-E74C3C39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6B3E058-47D4-437B-A58B-A16929C7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D22F1C-044B-4DE5-BD91-C36A1987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AEFB08-ADB4-4543-BCC2-3C2E5047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F4E3FD-D805-4130-B4F6-725D255D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803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096EA-3D7A-4432-A874-62AE7538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6DC2505-086E-456B-A4F7-704623FA4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DE0F8EFE-D1FF-4E7D-A314-C2B289232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6F800B3-D3A6-4FB3-A235-1B4F94C2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92EFF43-9E9D-4C13-ABB7-81E8840F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455ACBE-2060-442B-9DFF-53171582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607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833E96-D451-477A-A9DE-52F3E77D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9847C7B-B01F-4863-80D9-D7EA161BC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751646C7-1385-49CC-994A-9CFC353E7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5BF16F31-AA95-4B80-A80A-C5B1FD13C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19F6BB6-BECC-4187-A0A1-787EDCAFB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8652013-926F-4141-9537-55A5BB66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0EF17F-B55D-4EBD-9A1C-A583C62C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A850FF0-6C9E-4D88-9CD4-8E2C0FA0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395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1232AD-49CD-4333-8882-E2D6B48B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807D081-DFB6-4941-8BC6-91FE78A6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64018D-BA0D-4B75-90F4-8093340C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FF5263B-5AAE-4FB7-8226-57EB7C27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9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94D7AAF-69D8-46E0-A926-440B0FF9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B9DC2B9-8F32-472A-90C2-8E11DAD3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410432-138F-49DA-84D1-15B6983E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179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C86A57-C764-47F6-BF69-E6D05DC2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2A0F222-7807-4B70-818F-0D671EAE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54450325-A482-4127-9ACB-7FDFA37E6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23DA83F-007F-4B39-9693-E3DD08E6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EC3FAB4-A0A4-47C0-81BF-907B871D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D364B64-5FED-4992-9603-8EA10DFD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941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95C6C1-36A0-4A84-ABAB-710B1050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F7D5A04-54CA-4BB5-855F-543D7888A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38B44593-AC49-4094-A920-207CB5EC6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AAD07EC-3A28-4FA6-BA60-A80B1004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FCF063D-6FBA-4B8E-BC92-15F991D2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0E85222-B62F-4EF5-868D-840E10D6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294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AAE87F-C1E2-437C-9780-F45E3A08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E2D96C8-86AB-4C11-8D5D-827168E61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78420C-828F-4CE8-BC1A-7A6C826D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DDFD34-3412-4664-BAEA-3FF82860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9062DF-A171-4FA8-9575-3F16D6B8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35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FF27542-5129-4E69-A68A-D54A48439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D11B9E0-A40D-4580-BCE2-5897C329F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EC9998-2AC0-4477-8158-B26686C9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4BA6071-B39C-4CC4-82F2-A87D9E5D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33B40B-F4F9-4473-8F47-18DE9B84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591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2C44453-15E5-4242-BC42-E75BFE30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414C2E0-89E3-43C2-A554-6B979B2A9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5A8C94-97DD-4E66-9163-52FEE77E2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DA7F1-94B0-40FD-BBF4-E4889C1D19CB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B3CFED-FFED-4587-8BFD-C54CBEBA8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E19E6E9-4CCD-483F-AB84-529768B9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8006D-2638-414A-B62A-9C963A3CF9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542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6F5C6A38-529E-4FD1-A849-74AF2123F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3353"/>
            <a:ext cx="12208392" cy="7675009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C8511C85-AB90-445B-94CA-20855BADD3EE}"/>
              </a:ext>
            </a:extLst>
          </p:cNvPr>
          <p:cNvSpPr/>
          <p:nvPr/>
        </p:nvSpPr>
        <p:spPr>
          <a:xfrm>
            <a:off x="-16392" y="-403353"/>
            <a:ext cx="12208392" cy="7675009"/>
          </a:xfrm>
          <a:prstGeom prst="rect">
            <a:avLst/>
          </a:prstGeom>
          <a:solidFill>
            <a:schemeClr val="dk1">
              <a:alpha val="6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E1E53A-B79E-4FFC-ADC6-6CDC3D672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804" y="2670629"/>
            <a:ext cx="9144000" cy="1202192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Garamond" panose="02020404030301010803" pitchFamily="18" charset="0"/>
              </a:rPr>
              <a:t>Lynsey</a:t>
            </a:r>
            <a:r>
              <a:rPr lang="cs-CZ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Garamond" panose="02020404030301010803" pitchFamily="18" charset="0"/>
              </a:rPr>
              <a:t>Addario</a:t>
            </a:r>
            <a:endParaRPr lang="cs-CZ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04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6FBB4A-B9C7-4636-952E-61D689B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Garamond" panose="02020404030301010803" pitchFamily="18" charset="0"/>
              </a:rPr>
              <a:t>Biografie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E2ADDA7-2642-4405-ADEB-652CB4FE9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Garamond" panose="02020404030301010803" pitchFamily="18" charset="0"/>
              </a:rPr>
              <a:t>Americká fotoreportérka / 52 let</a:t>
            </a:r>
          </a:p>
          <a:p>
            <a:r>
              <a:rPr lang="cs-CZ" dirty="0">
                <a:latin typeface="Garamond" panose="02020404030301010803" pitchFamily="18" charset="0"/>
              </a:rPr>
              <a:t>Současná válečná fotografka</a:t>
            </a:r>
          </a:p>
          <a:p>
            <a:r>
              <a:rPr lang="cs-CZ" dirty="0">
                <a:latin typeface="Garamond" panose="02020404030301010803" pitchFamily="18" charset="0"/>
              </a:rPr>
              <a:t>Afghánistán (pod vládou </a:t>
            </a:r>
            <a:r>
              <a:rPr lang="cs-CZ" dirty="0" err="1">
                <a:latin typeface="Garamond" panose="02020404030301010803" pitchFamily="18" charset="0"/>
              </a:rPr>
              <a:t>Talibanu</a:t>
            </a:r>
            <a:r>
              <a:rPr lang="cs-CZ" dirty="0">
                <a:latin typeface="Garamond" panose="02020404030301010803" pitchFamily="18" charset="0"/>
              </a:rPr>
              <a:t>), Irák, </a:t>
            </a:r>
            <a:r>
              <a:rPr lang="cs-CZ" dirty="0" err="1">
                <a:latin typeface="Garamond" panose="02020404030301010803" pitchFamily="18" charset="0"/>
              </a:rPr>
              <a:t>Dárfúr</a:t>
            </a:r>
            <a:r>
              <a:rPr lang="cs-CZ" dirty="0">
                <a:latin typeface="Garamond" panose="02020404030301010803" pitchFamily="18" charset="0"/>
              </a:rPr>
              <a:t>, Sýrie, Ukrajina</a:t>
            </a:r>
          </a:p>
          <a:p>
            <a:r>
              <a:rPr lang="cs-CZ" dirty="0">
                <a:latin typeface="Garamond" panose="02020404030301010803" pitchFamily="18" charset="0"/>
              </a:rPr>
              <a:t>V roce 2011 byla unesena armádou v Libyi a držena v zajetí 6 dní.</a:t>
            </a:r>
          </a:p>
          <a:p>
            <a:endParaRPr lang="cs-CZ" dirty="0">
              <a:latin typeface="Garamond" panose="02020404030301010803" pitchFamily="18" charset="0"/>
            </a:endParaRPr>
          </a:p>
          <a:p>
            <a:r>
              <a:rPr lang="cs-CZ" dirty="0">
                <a:latin typeface="Garamond" panose="02020404030301010803" pitchFamily="18" charset="0"/>
              </a:rPr>
              <a:t>Technika: </a:t>
            </a:r>
          </a:p>
          <a:p>
            <a:pPr lvl="1"/>
            <a:r>
              <a:rPr lang="cs-CZ" dirty="0" err="1">
                <a:latin typeface="Garamond" panose="02020404030301010803" pitchFamily="18" charset="0"/>
              </a:rPr>
              <a:t>Nikon</a:t>
            </a:r>
            <a:r>
              <a:rPr lang="cs-CZ" dirty="0">
                <a:latin typeface="Garamond" panose="02020404030301010803" pitchFamily="18" charset="0"/>
              </a:rPr>
              <a:t> Z8, </a:t>
            </a:r>
            <a:r>
              <a:rPr lang="cs-CZ" dirty="0" err="1">
                <a:latin typeface="Garamond" panose="02020404030301010803" pitchFamily="18" charset="0"/>
              </a:rPr>
              <a:t>Nikon</a:t>
            </a:r>
            <a:r>
              <a:rPr lang="cs-CZ" dirty="0">
                <a:latin typeface="Garamond" panose="02020404030301010803" pitchFamily="18" charset="0"/>
              </a:rPr>
              <a:t> Z7II</a:t>
            </a:r>
          </a:p>
          <a:p>
            <a:pPr lvl="1"/>
            <a:r>
              <a:rPr lang="cs-CZ" dirty="0">
                <a:latin typeface="Garamond" panose="02020404030301010803" pitchFamily="18" charset="0"/>
              </a:rPr>
              <a:t>24-70mm f2.8, 35mm f1.8</a:t>
            </a:r>
          </a:p>
        </p:txBody>
      </p:sp>
      <p:pic>
        <p:nvPicPr>
          <p:cNvPr id="1026" name="Picture 2" descr="Lynsey Addario | Pulitzer Center">
            <a:extLst>
              <a:ext uri="{FF2B5EF4-FFF2-40B4-BE49-F238E27FC236}">
                <a16:creationId xmlns:a16="http://schemas.microsoft.com/office/drawing/2014/main" id="{7750D912-30FE-4F23-9140-EE6BCABC0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749" y="185624"/>
            <a:ext cx="1623333" cy="243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1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5E3D4B-31F5-43A7-A8E2-7C1EF250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9582" y="828276"/>
            <a:ext cx="1344432" cy="1325563"/>
          </a:xfrm>
        </p:spPr>
        <p:txBody>
          <a:bodyPr/>
          <a:lstStyle/>
          <a:p>
            <a:r>
              <a:rPr lang="cs-CZ" dirty="0">
                <a:latin typeface="Garamond" panose="02020404030301010803" pitchFamily="18" charset="0"/>
              </a:rPr>
              <a:t>Irák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69764868-29A4-4FF0-99D2-415D326F4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55657" cy="4307678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C40F7B0-9F7F-4AF8-AE50-30D6776ED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596" y="3106057"/>
            <a:ext cx="5760404" cy="375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6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5E3D4B-31F5-43A7-A8E2-7C1EF250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6552" y="2766218"/>
            <a:ext cx="1810704" cy="1325563"/>
          </a:xfrm>
        </p:spPr>
        <p:txBody>
          <a:bodyPr/>
          <a:lstStyle/>
          <a:p>
            <a:r>
              <a:rPr lang="cs-CZ" dirty="0" err="1">
                <a:latin typeface="Garamond" panose="02020404030301010803" pitchFamily="18" charset="0"/>
              </a:rPr>
              <a:t>Dárfúr</a:t>
            </a:r>
            <a:endParaRPr lang="cs-CZ" dirty="0">
              <a:latin typeface="Garamond" panose="02020404030301010803" pitchFamily="18" charset="0"/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9939A1E-E97E-41B7-A8F0-2DA27B170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6556"/>
            <a:ext cx="8634161" cy="578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2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5E3D4B-31F5-43A7-A8E2-7C1EF250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664" y="2766218"/>
            <a:ext cx="3450818" cy="1325563"/>
          </a:xfrm>
        </p:spPr>
        <p:txBody>
          <a:bodyPr>
            <a:normAutofit/>
          </a:bodyPr>
          <a:lstStyle/>
          <a:p>
            <a:r>
              <a:rPr lang="cs-CZ" dirty="0">
                <a:latin typeface="Garamond" panose="02020404030301010803" pitchFamily="18" charset="0"/>
              </a:rPr>
              <a:t>Afghánistán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257132B-3A9C-4F7F-896C-D7796F2D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518" y="0"/>
            <a:ext cx="4555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5E3D4B-31F5-43A7-A8E2-7C1EF250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371" y="4705123"/>
            <a:ext cx="2696075" cy="1325563"/>
          </a:xfrm>
        </p:spPr>
        <p:txBody>
          <a:bodyPr/>
          <a:lstStyle/>
          <a:p>
            <a:r>
              <a:rPr lang="cs-CZ" dirty="0">
                <a:latin typeface="Garamond" panose="02020404030301010803" pitchFamily="18" charset="0"/>
              </a:rPr>
              <a:t>Libye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6CEA260-7686-4F9C-B606-E8351F8F1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5846435" cy="3889828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DF4A14C7-FF31-41A6-8BC6-E48EBC937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634" y="2637776"/>
            <a:ext cx="6258366" cy="41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49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81E8898F-AD60-4560-BEEA-7805FCEC7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" y="2780504"/>
            <a:ext cx="6116243" cy="4077495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EB1AF7-3609-4BA9-8A36-481AE6DE4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051" y="0"/>
            <a:ext cx="5657949" cy="4077495"/>
          </a:xfrm>
          <a:prstGeom prst="rect">
            <a:avLst/>
          </a:prstGeom>
        </p:spPr>
      </p:pic>
      <p:sp>
        <p:nvSpPr>
          <p:cNvPr id="8" name="Nadpis 1">
            <a:extLst>
              <a:ext uri="{FF2B5EF4-FFF2-40B4-BE49-F238E27FC236}">
                <a16:creationId xmlns:a16="http://schemas.microsoft.com/office/drawing/2014/main" id="{58C13718-1DF7-4202-A377-9123892A9F4C}"/>
              </a:ext>
            </a:extLst>
          </p:cNvPr>
          <p:cNvSpPr txBox="1">
            <a:spLocks/>
          </p:cNvSpPr>
          <p:nvPr/>
        </p:nvSpPr>
        <p:spPr>
          <a:xfrm>
            <a:off x="2191656" y="762565"/>
            <a:ext cx="269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latin typeface="Garamond" panose="02020404030301010803" pitchFamily="18" charset="0"/>
              </a:rPr>
              <a:t>Súdán</a:t>
            </a:r>
          </a:p>
        </p:txBody>
      </p:sp>
    </p:spTree>
    <p:extLst>
      <p:ext uri="{BB962C8B-B14F-4D97-AF65-F5344CB8AC3E}">
        <p14:creationId xmlns:p14="http://schemas.microsoft.com/office/powerpoint/2010/main" val="83950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>
            <a:extLst>
              <a:ext uri="{FF2B5EF4-FFF2-40B4-BE49-F238E27FC236}">
                <a16:creationId xmlns:a16="http://schemas.microsoft.com/office/drawing/2014/main" id="{58C13718-1DF7-4202-A377-9123892A9F4C}"/>
              </a:ext>
            </a:extLst>
          </p:cNvPr>
          <p:cNvSpPr txBox="1">
            <a:spLocks/>
          </p:cNvSpPr>
          <p:nvPr/>
        </p:nvSpPr>
        <p:spPr>
          <a:xfrm>
            <a:off x="2093287" y="472279"/>
            <a:ext cx="269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>
                <a:latin typeface="Garamond" panose="02020404030301010803" pitchFamily="18" charset="0"/>
              </a:rPr>
              <a:t>Longetivity</a:t>
            </a:r>
            <a:endParaRPr lang="cs-CZ" dirty="0">
              <a:latin typeface="Garamond" panose="02020404030301010803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1A8D4B5-7F03-4523-9144-5B6691CCF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8743"/>
            <a:ext cx="6882651" cy="4579257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6D9A1457-C35A-4CFA-B934-E80998801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492" y="-37060"/>
            <a:ext cx="5209508" cy="34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0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0C9BB7E4-B023-4630-949F-01186F4FD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33029" cy="4426442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F33C4C25-44BD-4029-89FD-CC3B2CF46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474" y="3407325"/>
            <a:ext cx="5265526" cy="34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435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</Words>
  <Application>Microsoft Office PowerPoint</Application>
  <PresentationFormat>Širokoúhlá obrazovka</PresentationFormat>
  <Paragraphs>16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Garamond</vt:lpstr>
      <vt:lpstr>Motiv Office</vt:lpstr>
      <vt:lpstr>Lynsey Addario</vt:lpstr>
      <vt:lpstr>Biografie</vt:lpstr>
      <vt:lpstr>Irák</vt:lpstr>
      <vt:lpstr>Dárfúr</vt:lpstr>
      <vt:lpstr>Afghánistán</vt:lpstr>
      <vt:lpstr>Libye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Lynsey Addario</dc:title>
  <dc:creator>Patrik Schneider</dc:creator>
  <cp:lastModifiedBy>Patrik Schneider</cp:lastModifiedBy>
  <cp:revision>3</cp:revision>
  <dcterms:created xsi:type="dcterms:W3CDTF">2025-12-16T10:55:06Z</dcterms:created>
  <dcterms:modified xsi:type="dcterms:W3CDTF">2025-12-16T11:08:09Z</dcterms:modified>
</cp:coreProperties>
</file>